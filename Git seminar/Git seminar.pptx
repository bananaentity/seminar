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5D148-5B2A-4ACA-A34C-B54A0F17EAD1}" type="datetimeFigureOut">
              <a:rPr lang="en-US" smtClean="0"/>
              <a:pPr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6EACD-74C8-42B7-BD75-6C5762CBB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t="-8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3505200"/>
            <a:ext cx="7772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 algn="ctr">
              <a:spcBef>
                <a:spcPct val="0"/>
              </a:spcBef>
            </a:pPr>
            <a:r>
              <a:rPr lang="vi-VN" sz="4400" dirty="0" smtClean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rPr>
              <a:t>và </a:t>
            </a:r>
            <a:endParaRPr lang="en-US" sz="4400" dirty="0" smtClean="0">
              <a:solidFill>
                <a:schemeClr val="bg1">
                  <a:lumMod val="95000"/>
                </a:schemeClr>
              </a:solidFill>
              <a:latin typeface="Arial Narrow" pitchFamily="34" charset="0"/>
              <a:ea typeface="+mj-ea"/>
              <a:cs typeface="+mj-cs"/>
            </a:endParaRPr>
          </a:p>
          <a:p>
            <a:pPr lvl="0" algn="ctr">
              <a:spcBef>
                <a:spcPct val="0"/>
              </a:spcBef>
            </a:pPr>
            <a:r>
              <a:rPr lang="vi-VN" sz="4400" dirty="0" smtClean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rPr>
              <a:t>một </a:t>
            </a:r>
            <a:r>
              <a:rPr lang="vi-VN" sz="4400" dirty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rPr>
              <a:t>số chức năng thường dùng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162800" y="6248400"/>
            <a:ext cx="1981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Huỳnh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Gia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Phú</a:t>
            </a:r>
            <a:endParaRPr lang="en-US" sz="1600" dirty="0" smtClean="0">
              <a:solidFill>
                <a:schemeClr val="bg1">
                  <a:lumMod val="65000"/>
                </a:schemeClr>
              </a:solidFill>
              <a:latin typeface="+mj-lt"/>
              <a:ea typeface="+mj-ea"/>
              <a:cs typeface="+mj-cs"/>
            </a:endParaRPr>
          </a:p>
          <a:p>
            <a:pPr lvl="0" algn="ctr">
              <a:spcBef>
                <a:spcPct val="0"/>
              </a:spcBef>
            </a:pP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2020-03-25</a:t>
            </a:r>
            <a:endParaRPr lang="vi-VN" sz="1600" dirty="0">
              <a:solidFill>
                <a:schemeClr val="bg1">
                  <a:lumMod val="6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?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?</a:t>
            </a:r>
          </a:p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điển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? </a:t>
            </a:r>
            <a:endParaRPr lang="en-US" dirty="0" smtClean="0"/>
          </a:p>
          <a:p>
            <a:pPr lvl="1"/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phiên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tán</a:t>
            </a:r>
            <a:r>
              <a:rPr lang="en-US" dirty="0" smtClean="0"/>
              <a:t> (Distributed Version Control System – DVCS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50" name="Picture 2" descr="Image result for gi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9600" cy="648392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?</a:t>
            </a:r>
          </a:p>
          <a:p>
            <a:pPr lvl="1"/>
            <a:r>
              <a:rPr lang="vi-VN" sz="2500" dirty="0" smtClean="0"/>
              <a:t>Git dễ sử dụng, an toàn</a:t>
            </a:r>
            <a:r>
              <a:rPr lang="en-US" sz="2500" dirty="0" smtClean="0"/>
              <a:t>.</a:t>
            </a:r>
          </a:p>
          <a:p>
            <a:pPr lvl="1"/>
            <a:r>
              <a:rPr lang="vi-VN" sz="2500" dirty="0" smtClean="0"/>
              <a:t>Giúp quy trình làm việc teamwork trở nên đơn giản hơ</a:t>
            </a:r>
            <a:r>
              <a:rPr lang="en-US" sz="2500" dirty="0" smtClean="0"/>
              <a:t>n.</a:t>
            </a:r>
          </a:p>
          <a:p>
            <a:pPr lvl="1"/>
            <a:r>
              <a:rPr lang="en-US" sz="2500" dirty="0" err="1" smtClean="0"/>
              <a:t>Dễ</a:t>
            </a:r>
            <a:r>
              <a:rPr lang="en-US" sz="2500" dirty="0" smtClean="0"/>
              <a:t> </a:t>
            </a:r>
            <a:r>
              <a:rPr lang="en-US" sz="2500" dirty="0" err="1" smtClean="0"/>
              <a:t>dàng</a:t>
            </a:r>
            <a:r>
              <a:rPr lang="en-US" sz="2500" dirty="0" smtClean="0"/>
              <a:t> </a:t>
            </a:r>
            <a:r>
              <a:rPr lang="en-US" sz="2500" dirty="0" err="1" smtClean="0"/>
              <a:t>trong</a:t>
            </a:r>
            <a:r>
              <a:rPr lang="en-US" sz="2500" dirty="0" smtClean="0"/>
              <a:t> </a:t>
            </a:r>
            <a:r>
              <a:rPr lang="en-US" sz="2500" dirty="0" err="1" smtClean="0"/>
              <a:t>việc</a:t>
            </a:r>
            <a:r>
              <a:rPr lang="en-US" sz="2500" dirty="0" smtClean="0"/>
              <a:t> </a:t>
            </a:r>
            <a:r>
              <a:rPr lang="en-US" sz="2500" dirty="0" err="1" smtClean="0"/>
              <a:t>triển</a:t>
            </a:r>
            <a:r>
              <a:rPr lang="en-US" sz="2500" dirty="0" smtClean="0"/>
              <a:t> </a:t>
            </a:r>
            <a:r>
              <a:rPr lang="en-US" sz="2500" dirty="0" err="1" smtClean="0"/>
              <a:t>khai</a:t>
            </a:r>
            <a:r>
              <a:rPr lang="en-US" sz="2500" dirty="0" smtClean="0"/>
              <a:t> </a:t>
            </a:r>
            <a:r>
              <a:rPr lang="en-US" sz="2500" dirty="0" err="1" smtClean="0"/>
              <a:t>sản</a:t>
            </a:r>
            <a:r>
              <a:rPr lang="en-US" sz="2500" dirty="0" smtClean="0"/>
              <a:t> </a:t>
            </a:r>
            <a:r>
              <a:rPr lang="en-US" sz="2500" dirty="0" err="1" smtClean="0"/>
              <a:t>phẩm</a:t>
            </a:r>
            <a:endParaRPr lang="en-US" sz="2500" dirty="0" smtClean="0"/>
          </a:p>
          <a:p>
            <a:pPr lvl="1"/>
            <a:r>
              <a:rPr lang="en-US" sz="2500" dirty="0" smtClean="0"/>
              <a:t>…</a:t>
            </a:r>
          </a:p>
          <a:p>
            <a:endParaRPr lang="en-US" dirty="0"/>
          </a:p>
        </p:txBody>
      </p:sp>
      <p:pic>
        <p:nvPicPr>
          <p:cNvPr id="4" name="Picture 2" descr="Image result for gi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9600" cy="648392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endParaRPr lang="en-US" dirty="0" smtClean="0"/>
          </a:p>
          <a:p>
            <a:pPr lvl="1"/>
            <a:r>
              <a:rPr lang="en-US" sz="2500" dirty="0" smtClean="0"/>
              <a:t>Repository</a:t>
            </a:r>
          </a:p>
          <a:p>
            <a:pPr lvl="1"/>
            <a:r>
              <a:rPr lang="en-US" sz="2500" dirty="0" smtClean="0"/>
              <a:t>Branch</a:t>
            </a:r>
          </a:p>
          <a:p>
            <a:pPr lvl="1"/>
            <a:r>
              <a:rPr lang="en-US" sz="2500" dirty="0" smtClean="0"/>
              <a:t>Commit</a:t>
            </a:r>
          </a:p>
          <a:p>
            <a:pPr lvl="1"/>
            <a:r>
              <a:rPr lang="en-US" sz="2500" dirty="0" smtClean="0"/>
              <a:t>Push/Pull</a:t>
            </a:r>
          </a:p>
          <a:p>
            <a:pPr lvl="1"/>
            <a:r>
              <a:rPr lang="en-US" sz="2500" dirty="0" smtClean="0"/>
              <a:t>Merge</a:t>
            </a:r>
          </a:p>
        </p:txBody>
      </p:sp>
      <p:pic>
        <p:nvPicPr>
          <p:cNvPr id="4" name="Picture 2" descr="Image result for gi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9600" cy="6483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Image result for git branc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362200"/>
            <a:ext cx="6096000" cy="30064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6" name="Picture 6" descr="Image result for git extensio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113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Tổng quan</vt:lpstr>
      <vt:lpstr>Tổng quan về Git</vt:lpstr>
      <vt:lpstr>Tổng quan về Git</vt:lpstr>
      <vt:lpstr>Chức năng của Git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Drifter</dc:creator>
  <cp:lastModifiedBy>Drifter</cp:lastModifiedBy>
  <cp:revision>13</cp:revision>
  <dcterms:created xsi:type="dcterms:W3CDTF">2020-03-25T16:11:32Z</dcterms:created>
  <dcterms:modified xsi:type="dcterms:W3CDTF">2020-03-25T18:22:44Z</dcterms:modified>
</cp:coreProperties>
</file>